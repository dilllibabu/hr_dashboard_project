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HR_dashboard_17622796571510/HRSummary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D0852FB2-4616-4D6C-B8B2-B70383071991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gb">
                <a:hlinkClick r:id="rId6"/>
              </a:rPr>
              <a:t>HR_dashboard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E456E7D3-3167-4910-BE01-FE31CB35CA66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11/5/2025 3:08:02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R Summary" id="2" name="slide2">
            <a:extLst>
              <a:ext uri="{FF2B5EF4-FFF2-40B4-BE49-F238E27FC236}">
                <a16:creationId xmlns:a16="http://schemas.microsoft.com/office/drawing/2014/main" id="{3FBF141D-F765-4A6B-94D8-F27C2B1AE2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75" y="0"/>
            <a:ext cx="120066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2025-11-05T15:08:02Z</dcterms:created>
  <dcterms:modified xsi:type="dcterms:W3CDTF">2025-11-05T15:08:02Z</dcterms:modified>
</cp:coreProperties>
</file>